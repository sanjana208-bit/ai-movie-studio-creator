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AI Movie Studio Creator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95ED"/>
                </a:solidFill>
              </a:defRPr>
            </a:pPr>
            <a:r>
              <a:t>Project-Based Assessment: Domain-Specific Generative AI Chatbot</a:t>
            </a:r>
          </a:p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Goal: Solve real-world creative bottlenecks using Generative AI.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Domain: Film Concept Development &amp; Screenwriting.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Innovation: Automating the 'Blank Page' problem for storytellers.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Societal Impact: Democratizing film-making tools for indie creators.</a:t>
            </a:r>
          </a:p>
        </p:txBody>
      </p:sp>
      <p:pic>
        <p:nvPicPr>
          <p:cNvPr id="4" name="Picture 3" descr="media__1776242706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45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Domain Selection &amp; Specificity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Focus: Tailored for screenwriters and producers.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Originality: Domain-specific templates (Noir, Space Opera, Cyberpunk).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Logic: Uses narrative structures (Hero's Journey, Conflict/Resolution).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Constraints: Strictly filtered for movie-related queries only.</a:t>
            </a:r>
          </a:p>
        </p:txBody>
      </p:sp>
      <p:pic>
        <p:nvPicPr>
          <p:cNvPr id="4" name="Picture 3" descr="media__1776242962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976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API &amp; Security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Engine: Powered by Google Gemini GenAI APIs.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Security: Managed via Environment Variables (.env).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Performance: Low-latency responses with fallback mock data.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Integration: Python Backend (FastAPI) + Google GenAI Client.</a:t>
            </a:r>
          </a:p>
        </p:txBody>
      </p:sp>
      <p:pic>
        <p:nvPicPr>
          <p:cNvPr id="4" name="Picture 3" descr="api_config_screenshot_17762432467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User-Centric Concept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Interactive Modals: Streamlined input for story ideas.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Genre Control: Dynamic prompt building based on selection.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Accessibility: Simple, intuitive UI for high-speed brainstorming.</a:t>
            </a:r>
          </a:p>
        </p:txBody>
      </p:sp>
      <p:pic>
        <p:nvPicPr>
          <p:cNvPr id="4" name="Picture 3" descr="media__17762427708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1739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AI-Driven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Core Output: Title, Plot Summary, Characters, and Trailer Scripts.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Story Assistant: Context-aware chat for real-time refinement.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Transparency: Users can view the model's logic and constructed prompt.</a:t>
            </a:r>
          </a:p>
        </p:txBody>
      </p:sp>
      <p:pic>
        <p:nvPicPr>
          <p:cNvPr id="4" name="Picture 3" descr="media__17762428089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033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Multi-modal Concept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Visuals: AI-generated character portraits and mood boards.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Audio: Narrated trailer previews powered by ElevenLabs.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Innovation: A one-stop studio for script and production prep.</a:t>
            </a:r>
          </a:p>
        </p:txBody>
      </p:sp>
      <p:pic>
        <p:nvPicPr>
          <p:cNvPr id="4" name="Picture 3" descr="media__1776242782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910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Project Management &amp;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Consistency: Persistent project storage with metadata.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Quick Start: Pre-defined industry-standard templates.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Scalability: Easily add new genres and model instructions.</a:t>
            </a:r>
          </a:p>
        </p:txBody>
      </p:sp>
      <p:pic>
        <p:nvPicPr>
          <p:cNvPr id="4" name="Picture 3" descr="media__17762429507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6555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Deliverables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Export: Full scripts downloadable as .txt for production.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Prototypes: Fully functional web app (Vite + FastAPI).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Documentation: Structured reports and presentation slides.</a:t>
            </a:r>
          </a:p>
        </p:txBody>
      </p:sp>
      <p:pic>
        <p:nvPicPr>
          <p:cNvPr id="4" name="Picture 3" descr="media__1776242989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8283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Evaluation Rubrics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1. Problem ID &amp; Innovation (10 Marks): Clarity, Originality, Impact.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2. Technical Execution (10 Marks): API Design, Prompt Engineering.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3. Presentation &amp; Q&amp;A (10 Marks): Demo effectiveness, Depth of insight.</a:t>
            </a:r>
          </a:p>
          <a:p>
            <a:pPr>
              <a:spcAft>
                <a:spcPts val="1000"/>
              </a:spcAft>
              <a:defRPr sz="2000">
                <a:solidFill>
                  <a:srgbClr val="C8C8FF"/>
                </a:solidFill>
              </a:defRPr>
            </a:pPr>
            <a:r>
              <a:t>Total Score: 30 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